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" y="731520"/>
            <a:ext cx="594360" cy="594360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800">
                <a:solidFill>
                  <a:srgbClr val="FFFFFF"/>
                </a:solidFill>
              </a:defRPr>
            </a:pPr>
            <a:r>
              <a:t>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00200" y="1097280"/>
            <a:ext cx="5486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RideX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00200" y="192024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0">
                <a:solidFill>
                  <a:srgbClr val="96AABE"/>
                </a:solidFill>
              </a:defRPr>
            </a:pPr>
            <a:r>
              <a:t>Final year project defense</a:t>
            </a:r>
          </a:p>
        </p:txBody>
      </p:sp>
      <p:sp>
        <p:nvSpPr>
          <p:cNvPr id="6" name="Rectangle 5"/>
          <p:cNvSpPr/>
          <p:nvPr/>
        </p:nvSpPr>
        <p:spPr>
          <a:xfrm>
            <a:off x="1234440" y="2834640"/>
            <a:ext cx="1737360" cy="548640"/>
          </a:xfrm>
          <a:prstGeom prst="rect">
            <a:avLst/>
          </a:prstGeom>
          <a:solidFill>
            <a:srgbClr val="0F1A2E"/>
          </a:solidFill>
          <a:ln w="1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In-app navigation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520440" y="2834640"/>
            <a:ext cx="1737360" cy="548640"/>
          </a:xfrm>
          <a:prstGeom prst="rect">
            <a:avLst/>
          </a:prstGeom>
          <a:solidFill>
            <a:srgbClr val="0F1A2E"/>
          </a:solidFill>
          <a:ln w="1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Live tracking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5806440" y="2834640"/>
            <a:ext cx="1737360" cy="548640"/>
          </a:xfrm>
          <a:prstGeom prst="rect">
            <a:avLst/>
          </a:prstGeom>
          <a:solidFill>
            <a:srgbClr val="0F1A2E"/>
          </a:solidFill>
          <a:ln w="1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Smart rerouting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8092440" y="2834640"/>
            <a:ext cx="1737360" cy="548640"/>
          </a:xfrm>
          <a:prstGeom prst="rect">
            <a:avLst/>
          </a:prstGeom>
          <a:solidFill>
            <a:srgbClr val="0F1A2E"/>
          </a:solidFill>
          <a:ln w="1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Driver + passenger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05840" y="5577840"/>
            <a:ext cx="10149840" cy="731520"/>
          </a:xfrm>
          <a:prstGeom prst="rect">
            <a:avLst/>
          </a:prstGeom>
          <a:solidFill>
            <a:srgbClr val="0F1A2E"/>
          </a:solidFill>
          <a:ln w="1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96AABE"/>
                </a:solidFill>
              </a:defRPr>
            </a:pPr>
            <a:r>
              <a:t>Project focus: secure route intelligence, ride matching, and an in-app navigation experience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6400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Problem &amp; Solution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4937760" cy="4389120"/>
          </a:xfrm>
          <a:prstGeom prst="rect">
            <a:avLst/>
          </a:prstGeom>
          <a:solidFill>
            <a:srgbClr val="0F1A2E"/>
          </a:solidFill>
          <a:ln w="1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400"/>
              </a:spcAft>
              <a:defRPr sz="1800" b="1">
                <a:solidFill>
                  <a:srgbClr val="FFFFFF"/>
                </a:solidFill>
              </a:defRPr>
            </a:pPr>
            <a:r>
              <a:t>Existing pain points</a:t>
            </a:r>
          </a:p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</a:defRPr>
            </a:pPr>
            <a:r>
              <a:t>Users are forced outside the app for route guidance</a:t>
            </a:r>
          </a:p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</a:defRPr>
            </a:pPr>
            <a:r>
              <a:t>Ride status updates are fragmented and slow</a:t>
            </a:r>
          </a:p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</a:defRPr>
            </a:pPr>
            <a:r>
              <a:t>ETA changes are hard to communicate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0" y="1280160"/>
            <a:ext cx="4937760" cy="4389120"/>
          </a:xfrm>
          <a:prstGeom prst="rect">
            <a:avLst/>
          </a:prstGeom>
          <a:solidFill>
            <a:srgbClr val="0F1A2E"/>
          </a:solidFill>
          <a:ln w="1">
            <a:solidFill>
              <a:srgbClr val="00E8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400"/>
              </a:spcAft>
              <a:defRPr sz="1800" b="1">
                <a:solidFill>
                  <a:srgbClr val="FFFFFF"/>
                </a:solidFill>
              </a:defRPr>
            </a:pPr>
            <a:r>
              <a:t>RideX solution</a:t>
            </a:r>
          </a:p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</a:defRPr>
            </a:pPr>
            <a:r>
              <a:t>In-app route drawing and rider tracking</a:t>
            </a:r>
          </a:p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</a:defRPr>
            </a:pPr>
            <a:r>
              <a:t>Driver + passenger flow in one app</a:t>
            </a:r>
          </a:p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</a:defRPr>
            </a:pPr>
            <a:r>
              <a:t>ETA + next-turn guidance</a:t>
            </a:r>
          </a:p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</a:defRPr>
            </a:pPr>
            <a:r>
              <a:t>Secure server-side map proxy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6400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Key differentiators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4389120" cy="1463040"/>
          </a:xfrm>
          <a:prstGeom prst="rect">
            <a:avLst/>
          </a:prstGeom>
          <a:solidFill>
            <a:srgbClr val="0F1A2E"/>
          </a:solidFill>
          <a:ln w="1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1. In-app navigation</a:t>
            </a:r>
          </a:p>
          <a:p>
            <a:pPr>
              <a:defRPr sz="1100">
                <a:solidFill>
                  <a:srgbClr val="96AABE"/>
                </a:solidFill>
              </a:defRPr>
            </a:pPr>
            <a:r>
              <a:t>Route guidance stays inside the app instead of forcing users to open Google Maps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0" y="1371600"/>
            <a:ext cx="4389120" cy="1463040"/>
          </a:xfrm>
          <a:prstGeom prst="rect">
            <a:avLst/>
          </a:prstGeom>
          <a:solidFill>
            <a:srgbClr val="0F1A2E"/>
          </a:solidFill>
          <a:ln w="1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2. Secure routing</a:t>
            </a:r>
          </a:p>
          <a:p>
            <a:pPr>
              <a:defRPr sz="1100">
                <a:solidFill>
                  <a:srgbClr val="96AABE"/>
                </a:solidFill>
              </a:defRPr>
            </a:pPr>
            <a:r>
              <a:t>Mapbox token is stored on the server, reducing risk of exposure in the client bundle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3383280"/>
            <a:ext cx="4389120" cy="1463040"/>
          </a:xfrm>
          <a:prstGeom prst="rect">
            <a:avLst/>
          </a:prstGeom>
          <a:solidFill>
            <a:srgbClr val="0F1A2E"/>
          </a:solidFill>
          <a:ln w="1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3. Dynamic rerouting</a:t>
            </a:r>
          </a:p>
          <a:p>
            <a:pPr>
              <a:defRPr sz="1100">
                <a:solidFill>
                  <a:srgbClr val="96AABE"/>
                </a:solidFill>
              </a:defRPr>
            </a:pPr>
            <a:r>
              <a:t>When a driver deviates, the app refreshes the route with a small throttled retry loop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3383280"/>
            <a:ext cx="4389120" cy="1463040"/>
          </a:xfrm>
          <a:prstGeom prst="rect">
            <a:avLst/>
          </a:prstGeom>
          <a:solidFill>
            <a:srgbClr val="0F1A2E"/>
          </a:solidFill>
          <a:ln w="1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4. Voice guidance</a:t>
            </a:r>
          </a:p>
          <a:p>
            <a:pPr>
              <a:defRPr sz="1100">
                <a:solidFill>
                  <a:srgbClr val="96AABE"/>
                </a:solidFill>
              </a:defRPr>
            </a:pPr>
            <a:r>
              <a:t>Next-turn instructions are spoken, with a native/web fallback mechanism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6400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System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554480"/>
            <a:ext cx="2377440" cy="2011680"/>
          </a:xfrm>
          <a:prstGeom prst="rect">
            <a:avLst/>
          </a:prstGeom>
          <a:solidFill>
            <a:srgbClr val="0F1A2E"/>
          </a:solidFill>
          <a:ln w="1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FFFFFF"/>
                </a:solidFill>
              </a:defRPr>
            </a:pPr>
            <a:r>
              <a:t>Client</a:t>
            </a:r>
            <a:br/>
            <a:r>
              <a:t>Expo + React Native</a:t>
            </a:r>
            <a:br/>
            <a:r>
              <a:t>Passenger / driver UI</a:t>
            </a:r>
          </a:p>
        </p:txBody>
      </p:sp>
      <p:sp>
        <p:nvSpPr>
          <p:cNvPr id="4" name="Rectangle 3"/>
          <p:cNvSpPr/>
          <p:nvPr/>
        </p:nvSpPr>
        <p:spPr>
          <a:xfrm>
            <a:off x="4663440" y="1280160"/>
            <a:ext cx="2834640" cy="2560320"/>
          </a:xfrm>
          <a:prstGeom prst="rect">
            <a:avLst/>
          </a:prstGeom>
          <a:solidFill>
            <a:srgbClr val="0F1A2E"/>
          </a:solidFill>
          <a:ln w="1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FFFFFF"/>
                </a:solidFill>
              </a:defRPr>
            </a:pPr>
            <a:r>
              <a:t>Server</a:t>
            </a:r>
            <a:br/>
            <a:r>
              <a:t>Express + TRPC</a:t>
            </a:r>
            <a:br/>
            <a:r>
              <a:t>Mapbox proxy + DB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0" y="1554480"/>
            <a:ext cx="2926080" cy="2011680"/>
          </a:xfrm>
          <a:prstGeom prst="rect">
            <a:avLst/>
          </a:prstGeom>
          <a:solidFill>
            <a:srgbClr val="0F1A2E"/>
          </a:solidFill>
          <a:ln w="1">
            <a:solidFill>
              <a:srgbClr val="00E8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FFFFFF"/>
                </a:solidFill>
              </a:defRPr>
            </a:pPr>
            <a:r>
              <a:t>Mapbox Directions API</a:t>
            </a:r>
            <a:br/>
            <a:r>
              <a:t>Secure token in env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.4" y="2.8"/>
            <a:ext cx="1.6999999999999997" cy="0.0"/>
          </a:xfrm>
          <a:prstGeom prst="line">
            <a:avLst/>
          </a:prstGeom>
          <a:ln w="2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8.2" y="2.8"/>
            <a:ext cx="0.8000000000000007" cy="0.0"/>
          </a:xfrm>
          <a:prstGeom prst="line">
            <a:avLst/>
          </a:prstGeom>
          <a:ln w="2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1005840" y="4754880"/>
            <a:ext cx="9784080" cy="731520"/>
          </a:xfrm>
          <a:prstGeom prst="rect">
            <a:avLst/>
          </a:prstGeom>
          <a:solidFill>
            <a:srgbClr val="0F1A2E"/>
          </a:solidFill>
          <a:ln w="1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96AABE"/>
                </a:solidFill>
              </a:defRPr>
            </a:pPr>
            <a:r>
              <a:t>Request flow: client requests route from backend; backend calls Mapbox with MAPBOX_TOKEN and returns geometry + steps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6400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Demo 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1737360" cy="3566160"/>
          </a:xfrm>
          <a:prstGeom prst="rect">
            <a:avLst/>
          </a:prstGeom>
          <a:solidFill>
            <a:srgbClr val="0F1A2E"/>
          </a:solidFill>
          <a:ln w="1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1. Login</a:t>
            </a:r>
          </a:p>
          <a:p>
            <a:pPr>
              <a:defRPr sz="1100">
                <a:solidFill>
                  <a:srgbClr val="96AABE"/>
                </a:solidFill>
              </a:defRPr>
            </a:pPr>
            <a:r>
              <a:t>Phone OTP or dev code</a:t>
            </a:r>
          </a:p>
        </p:txBody>
      </p:sp>
      <p:sp>
        <p:nvSpPr>
          <p:cNvPr id="4" name="Rectangle 3"/>
          <p:cNvSpPr/>
          <p:nvPr/>
        </p:nvSpPr>
        <p:spPr>
          <a:xfrm>
            <a:off x="2697480" y="1371600"/>
            <a:ext cx="1737360" cy="3566160"/>
          </a:xfrm>
          <a:prstGeom prst="rect">
            <a:avLst/>
          </a:prstGeom>
          <a:solidFill>
            <a:srgbClr val="0F1A2E"/>
          </a:solidFill>
          <a:ln w="1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2. Role</a:t>
            </a:r>
          </a:p>
          <a:p>
            <a:pPr>
              <a:defRPr sz="1100">
                <a:solidFill>
                  <a:srgbClr val="96AABE"/>
                </a:solidFill>
              </a:defRPr>
            </a:pPr>
            <a:r>
              <a:t>Passenger or driver</a:t>
            </a:r>
          </a:p>
        </p:txBody>
      </p:sp>
      <p:sp>
        <p:nvSpPr>
          <p:cNvPr id="5" name="Rectangle 4"/>
          <p:cNvSpPr/>
          <p:nvPr/>
        </p:nvSpPr>
        <p:spPr>
          <a:xfrm>
            <a:off x="4846320" y="1371600"/>
            <a:ext cx="1737360" cy="3566160"/>
          </a:xfrm>
          <a:prstGeom prst="rect">
            <a:avLst/>
          </a:prstGeom>
          <a:solidFill>
            <a:srgbClr val="0F1A2E"/>
          </a:solidFill>
          <a:ln w="1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3. Ride</a:t>
            </a:r>
          </a:p>
          <a:p>
            <a:pPr>
              <a:defRPr sz="1100">
                <a:solidFill>
                  <a:srgbClr val="96AABE"/>
                </a:solidFill>
              </a:defRPr>
            </a:pPr>
            <a:r>
              <a:t>Pickup + destination request</a:t>
            </a:r>
          </a:p>
        </p:txBody>
      </p:sp>
      <p:sp>
        <p:nvSpPr>
          <p:cNvPr id="6" name="Rectangle 5"/>
          <p:cNvSpPr/>
          <p:nvPr/>
        </p:nvSpPr>
        <p:spPr>
          <a:xfrm>
            <a:off x="6995160" y="1371600"/>
            <a:ext cx="1737360" cy="3566160"/>
          </a:xfrm>
          <a:prstGeom prst="rect">
            <a:avLst/>
          </a:prstGeom>
          <a:solidFill>
            <a:srgbClr val="0F1A2E"/>
          </a:solidFill>
          <a:ln w="1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4. Accept</a:t>
            </a:r>
          </a:p>
          <a:p>
            <a:pPr>
              <a:defRPr sz="1100">
                <a:solidFill>
                  <a:srgbClr val="96AABE"/>
                </a:solidFill>
              </a:defRPr>
            </a:pPr>
            <a:r>
              <a:t>Driver receives and accepts ride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0" y="1371600"/>
            <a:ext cx="1737360" cy="3566160"/>
          </a:xfrm>
          <a:prstGeom prst="rect">
            <a:avLst/>
          </a:prstGeom>
          <a:solidFill>
            <a:srgbClr val="0F1A2E"/>
          </a:solidFill>
          <a:ln w="1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5. Track</a:t>
            </a:r>
          </a:p>
          <a:p>
            <a:pPr>
              <a:defRPr sz="1100">
                <a:solidFill>
                  <a:srgbClr val="96AABE"/>
                </a:solidFill>
              </a:defRPr>
            </a:pPr>
            <a:r>
              <a:t>Map draws route and ETA updates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6400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What makes this MVP strong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? Secure server-side route fetch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? ETA and next-turn instruction logic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? Automatic reroute when driver leaves the path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? Voice guidance fallback with web/native support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92240" y="1737360"/>
            <a:ext cx="4480560" cy="2834640"/>
          </a:xfrm>
          <a:prstGeom prst="rect">
            <a:avLst/>
          </a:prstGeom>
          <a:solidFill>
            <a:srgbClr val="0F1A2E"/>
          </a:solidFill>
          <a:ln w="1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App screenshot placeholder</a:t>
            </a:r>
          </a:p>
          <a:p>
            <a:r>
              <a:t>Replace with a route-tracking screen image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Questions &amp; discussion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1463040" y="2011680"/>
            <a:ext cx="8961120" cy="1828800"/>
          </a:xfrm>
          <a:prstGeom prst="rect">
            <a:avLst/>
          </a:prstGeom>
          <a:solidFill>
            <a:srgbClr val="0F1A2E"/>
          </a:solidFill>
          <a:ln w="1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Discuss: security, scalability, production roadmap, performance tuning, and how to turn this MVP into a commercial ride-hailing product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